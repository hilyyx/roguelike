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Nunito"/>
      <p:regular r:id="rId10"/>
      <p:bold r:id="rId11"/>
      <p:italic r:id="rId12"/>
      <p:boldItalic r:id="rId13"/>
    </p:embeddedFont>
    <p:embeddedFont>
      <p:font typeface="Maven Pro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bold.fntdata"/><Relationship Id="rId10" Type="http://schemas.openxmlformats.org/officeDocument/2006/relationships/font" Target="fonts/Nunito-regular.fntdata"/><Relationship Id="rId13" Type="http://schemas.openxmlformats.org/officeDocument/2006/relationships/font" Target="fonts/Nunito-boldItalic.fntdata"/><Relationship Id="rId12" Type="http://schemas.openxmlformats.org/officeDocument/2006/relationships/font" Target="fonts/Nuni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avenPro-bold.fntdata"/><Relationship Id="rId14" Type="http://schemas.openxmlformats.org/officeDocument/2006/relationships/font" Target="fonts/MavenPr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741e11519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741e11519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741e11519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741e11519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741e11519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c741e11519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Roguelike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4390625" y="3165825"/>
            <a:ext cx="4441800" cy="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</a:rPr>
              <a:t>Коровкин Ярослав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</a:rPr>
              <a:t>Дерендяев Александр</a:t>
            </a:r>
            <a:endParaRPr sz="1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Введение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84" name="Google Shape;284;p14"/>
          <p:cNvSpPr txBox="1"/>
          <p:nvPr>
            <p:ph idx="1" type="body"/>
          </p:nvPr>
        </p:nvSpPr>
        <p:spPr>
          <a:xfrm>
            <a:off x="344475" y="1342475"/>
            <a:ext cx="4927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solidFill>
                  <a:srgbClr val="000000"/>
                </a:solidFill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"Roguelike" - игра в одноименном жанре, созданная на языке Python с использованием библиотеки Arcade. Игроку предстоит исследовать бесконечные подвалы, в которых его встретят противники. Задача игрока - зайти как можно дальше.</a:t>
            </a:r>
            <a:endParaRPr sz="2200">
              <a:solidFill>
                <a:srgbClr val="000000"/>
              </a:solidFill>
              <a:highlight>
                <a:schemeClr val="lt1"/>
              </a:highlight>
            </a:endParaRPr>
          </a:p>
        </p:txBody>
      </p:sp>
      <p:pic>
        <p:nvPicPr>
          <p:cNvPr id="285" name="Google Shape;28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9200" y="1216000"/>
            <a:ext cx="3547575" cy="206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Реализация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1" name="Google Shape;291;p15"/>
          <p:cNvSpPr txBox="1"/>
          <p:nvPr>
            <p:ph idx="1" type="body"/>
          </p:nvPr>
        </p:nvSpPr>
        <p:spPr>
          <a:xfrm>
            <a:off x="311700" y="1152475"/>
            <a:ext cx="393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12830"/>
                </a:solidFill>
              </a:rPr>
              <a:t>Окна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MenuView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GameOverView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VictoryView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PauseView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StatisticsView</a:t>
            </a:r>
            <a:endParaRPr>
              <a:solidFill>
                <a:srgbClr val="2128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"/>
          <p:cNvSpPr txBox="1"/>
          <p:nvPr>
            <p:ph idx="1" type="body"/>
          </p:nvPr>
        </p:nvSpPr>
        <p:spPr>
          <a:xfrm>
            <a:off x="2684950" y="1152475"/>
            <a:ext cx="393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12830"/>
                </a:solidFill>
              </a:rPr>
              <a:t>Спрайты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Hero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Enemy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Ghost(Enemy)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Spider(Enemy)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Bullet</a:t>
            </a:r>
            <a:endParaRPr>
              <a:solidFill>
                <a:srgbClr val="2128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"/>
          <p:cNvSpPr txBox="1"/>
          <p:nvPr>
            <p:ph idx="1" type="body"/>
          </p:nvPr>
        </p:nvSpPr>
        <p:spPr>
          <a:xfrm>
            <a:off x="4965150" y="1152475"/>
            <a:ext cx="3933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12830"/>
                </a:solidFill>
              </a:rPr>
              <a:t>База данных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id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time_seconds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bullet_used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enemies_killed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won</a:t>
            </a:r>
            <a:endParaRPr>
              <a:solidFill>
                <a:srgbClr val="21283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212830"/>
              </a:buClr>
              <a:buSzPts val="1300"/>
              <a:buChar char="●"/>
            </a:pPr>
            <a:r>
              <a:rPr lang="ru">
                <a:solidFill>
                  <a:srgbClr val="212830"/>
                </a:solidFill>
              </a:rPr>
              <a:t>created_at</a:t>
            </a:r>
            <a:endParaRPr>
              <a:solidFill>
                <a:srgbClr val="21283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8651" y="3431750"/>
            <a:ext cx="1615725" cy="141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00"/>
                </a:solidFill>
              </a:rPr>
              <a:t>Спасибо за внимание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00" name="Google Shape;300;p16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